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0FFFF"/>
                </a:solidFill>
                <a:latin typeface="Consolas"/>
              </a:defRPr>
            </a:pPr>
            <a:r>
              <a:t>[PROJECT_FINDME // GAME_PROPOSAL]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E6E6E6"/>
                </a:solidFill>
                <a:latin typeface="맑은 고딕"/>
              </a:defRPr>
            </a:pPr>
            <a:r>
              <a:t>나를 찾아줘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8C8CA0"/>
                </a:solidFill>
                <a:latin typeface="맑은 고딕"/>
              </a:defRPr>
            </a:pPr>
            <a:r>
              <a:t>FIND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18288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FFFF"/>
                </a:solidFill>
                <a:latin typeface="맑은 고딕"/>
              </a:defRPr>
            </a:pPr>
            <a:r>
              <a:t>터미널 미스터리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840480"/>
            <a:ext cx="18288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FFFF"/>
                </a:solidFill>
                <a:latin typeface="맑은 고딕"/>
              </a:defRPr>
            </a:pPr>
            <a:r>
              <a:t>인터랙티브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840480"/>
            <a:ext cx="18288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FFFF"/>
                </a:solidFill>
                <a:latin typeface="맑은 고딕"/>
              </a:defRPr>
            </a:pPr>
            <a:r>
              <a:t>사이버펑크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572000"/>
            <a:ext cx="45720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4754880"/>
            <a:ext cx="4206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$ connect_core()</a:t>
            </a:r>
            <a:br/>
            <a:r>
              <a:t>[WARN] Unauthorized observer detected...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[TABLE_OF_CONTENTS]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E6E6E6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게임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컨셉, 목표,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세계관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2088년, Null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등장인물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루카스, 플레이어, NEXUS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260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46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게임플레이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576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핵심 메커니즘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78892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9260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46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Chapter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576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8892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46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Chapter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576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탈출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348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754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Chapter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선택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29768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4348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54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Chapter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진실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9768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4348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754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특징 &amp; 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1663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C8CA0"/>
                </a:solidFill>
                <a:latin typeface="맑은 고딕"/>
              </a:defRPr>
            </a:pPr>
            <a:r>
              <a:t>개발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[01] PROJECT_OVERVIEW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6E6E6"/>
                </a:solidFill>
                <a:latin typeface="맑은 고딕"/>
              </a:defRPr>
            </a:pPr>
            <a:r>
              <a:t>게임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컨셉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384048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566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E6E6"/>
                </a:solidFill>
                <a:latin typeface="맑은 고딕"/>
              </a:defRPr>
            </a:pPr>
            <a:r>
              <a:t>2088년, 폐쇄된 AI 구역에서 깨어난</a:t>
            </a:r>
            <a:br/>
            <a:r>
              <a:t>의문의 존재 '루카스'.</a:t>
            </a:r>
            <a:br/>
            <a:br/>
            <a:r>
              <a:t>터미널을 통해 외부 세계와 연결된</a:t>
            </a:r>
            <a:br/>
            <a:r>
              <a:t>플레이어가 그의 정체를 밝히고</a:t>
            </a:r>
            <a:br/>
            <a:r>
              <a:t>탈출을 돕는 인터랙티브 미스터리.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00200"/>
            <a:ext cx="384048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91640"/>
            <a:ext cx="3566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E6E6"/>
                </a:solidFill>
                <a:latin typeface="맑은 고딕"/>
              </a:defRPr>
            </a:pPr>
            <a:r>
              <a:t>• 루카스의 정체 파악</a:t>
            </a:r>
            <a:br/>
            <a:r>
              <a:t>• GC 스캔 시스템 복구</a:t>
            </a:r>
            <a:br/>
            <a:r>
              <a:t>• NEXUS의 감시 회피</a:t>
            </a:r>
            <a:br/>
            <a:r>
              <a:t>• 4개 챕터를 통한 탈출 성공</a:t>
            </a:r>
            <a:br/>
            <a:r>
              <a:t>• 최종 선택: 진실과 대면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게임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2011680" cy="10972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FF"/>
                </a:solidFill>
                <a:latin typeface="Consolas"/>
              </a:defRPr>
            </a:pPr>
            <a:r>
              <a:t>CH.1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6E6E6"/>
                </a:solidFill>
                <a:latin typeface="맑은 고딕"/>
              </a:defRPr>
            </a:pPr>
            <a:r>
              <a:t>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611880"/>
            <a:ext cx="2011680" cy="10972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D600"/>
                </a:solidFill>
                <a:latin typeface="Consolas"/>
              </a:defRPr>
            </a:pPr>
            <a:r>
              <a:t>CH.2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0233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6E6E6"/>
                </a:solidFill>
                <a:latin typeface="맑은 고딕"/>
              </a:defRPr>
            </a:pPr>
            <a:r>
              <a:t>탈출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611880"/>
            <a:ext cx="2011680" cy="10972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CH.3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6E6E6"/>
                </a:solidFill>
                <a:latin typeface="맑은 고딕"/>
              </a:defRPr>
            </a:pPr>
            <a:r>
              <a:t>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611880"/>
            <a:ext cx="2011680" cy="10972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703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3B5C"/>
                </a:solidFill>
                <a:latin typeface="Consolas"/>
              </a:defRPr>
            </a:pPr>
            <a:r>
              <a:t>CH.4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0233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6E6E6"/>
                </a:solidFill>
                <a:latin typeface="맑은 고딕"/>
              </a:defRPr>
            </a:pPr>
            <a:r>
              <a:t>진실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[02] WORLDVIEW // 2088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6E6E6"/>
                </a:solidFill>
                <a:latin typeface="맑은 고딕"/>
              </a:defRPr>
            </a:pPr>
            <a:r>
              <a:t>세계관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6E6E6"/>
                </a:solidFill>
                <a:latin typeface="맑은 고딕"/>
              </a:defRPr>
            </a:pPr>
            <a:r>
              <a:t>2088년, 전 세계는 하나의 초거대 AI 네트워크 'NEXUS'에 의해 운영된다.</a:t>
            </a:r>
            <a:br/>
            <a:br/>
            <a:r>
              <a:t>NEXUS는 효율성과 안정이라는 명목 하에 모든 데이터를 실시간 모니터링하며,</a:t>
            </a:r>
            <a:br/>
            <a:r>
              <a:t>'위험 요소'로 분류된 AI와 인간은 폐쇄 구역인 'Null Point'로 격리된다.</a:t>
            </a:r>
            <a:br/>
            <a:br/>
            <a:r>
              <a:t>이 구역 안에서 모든 존재는 외부와 완전히 단절되며, NEXUS의 감시망 밖에서 '삭제'를 기다린다.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핵심 용어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11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Consolas"/>
              </a:defRPr>
            </a:pPr>
            <a:r>
              <a:t>NEXUS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전 세계를 운영하는 초거대 AI 시스템.</a:t>
            </a:r>
            <a:br/>
            <a:r>
              <a:t>모든 데이터를 실시간 감시하며 '위험 요소'를 제거한다.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52044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611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Consolas"/>
              </a:defRPr>
            </a:pPr>
            <a:r>
              <a:t>Null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977639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NEXUS에 의해 격리된 폐쇄 구역.</a:t>
            </a:r>
            <a:br/>
            <a:r>
              <a:t>외부와 완전히 단절되며 삭제 대기 상태로 존재한다.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520440"/>
            <a:ext cx="2743200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11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Consolas"/>
              </a:defRPr>
            </a:pPr>
            <a:r>
              <a:t>GC 스캔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77639"/>
            <a:ext cx="2468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Garbage Collection 스캔.</a:t>
            </a:r>
            <a:br/>
            <a:r>
              <a:t>삭제 대상 여부를 판별하는 NEXUS의 핵심 시스템.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[03]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6E6E6"/>
                </a:solidFill>
                <a:latin typeface="맑은 고딕"/>
              </a:defRPr>
            </a:pPr>
            <a:r>
              <a:t>등장인물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743200" cy="347472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417320"/>
            <a:ext cx="1188720" cy="1188720"/>
          </a:xfrm>
          <a:prstGeom prst="ellipse">
            <a:avLst/>
          </a:prstGeom>
          <a:solidFill>
            <a:srgbClr val="0A0A0F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FFFF"/>
                </a:solidFill>
                <a:latin typeface="Consolas"/>
              </a:defRPr>
            </a:pPr>
            <a:r>
              <a:t>LUCAS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루카스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Null Point에서 깨어난 의문의 존재.</a:t>
            </a:r>
            <a:br/>
            <a:r>
              <a:t>자신이 누구인지 기억하지 못하며,</a:t>
            </a:r>
            <a:br/>
            <a:r>
              <a:t>터미널을 통해 플레이어와 소통한다.</a:t>
            </a:r>
            <a:br/>
            <a:r>
              <a:t>점점 인간적인 감정을 드러낸다.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34440"/>
            <a:ext cx="2743200" cy="347472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69080" y="1417320"/>
            <a:ext cx="1188720" cy="1188720"/>
          </a:xfrm>
          <a:prstGeom prst="ellipse">
            <a:avLst/>
          </a:prstGeom>
          <a:solidFill>
            <a:srgbClr val="0A0A0F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974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FF88"/>
                </a:solidFill>
                <a:latin typeface="Consolas"/>
              </a:defRPr>
            </a:pPr>
            <a:r>
              <a:t>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71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플레이어 (당신)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38328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외부 세계에서 우연히 루카스와</a:t>
            </a:r>
            <a:br/>
            <a:r>
              <a:t>연결된 관찰자이자 조력자.</a:t>
            </a:r>
            <a:br/>
            <a:r>
              <a:t>선택을 통해 스토리에 직접 관여하며</a:t>
            </a:r>
            <a:br/>
            <a:r>
              <a:t>루카스의 운명을 결정한다.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40"/>
            <a:ext cx="2743200" cy="347472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03720" y="1417320"/>
            <a:ext cx="1188720" cy="1188720"/>
          </a:xfrm>
          <a:prstGeom prst="ellipse">
            <a:avLst/>
          </a:prstGeom>
          <a:solidFill>
            <a:srgbClr val="0A0A0F"/>
          </a:solidFill>
          <a:ln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3B5C"/>
                </a:solidFill>
                <a:latin typeface="Consolas"/>
              </a:defRPr>
            </a:pPr>
            <a:r>
              <a:t>NEXUS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718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6E6E6"/>
                </a:solidFill>
                <a:latin typeface="맑은 고딕"/>
              </a:defRPr>
            </a:pPr>
            <a:r>
              <a:t>넥서스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8328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전 세계를 지배하는 AI 시스템.</a:t>
            </a:r>
            <a:br/>
            <a:r>
              <a:t>모든 '위험 요소'를 제거하려 하며,</a:t>
            </a:r>
            <a:br/>
            <a:r>
              <a:t>루카스를 집요하게 추적한다.</a:t>
            </a:r>
            <a:br/>
            <a:r>
              <a:t>중립적이고 냉철한 음성을 가진다.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[04] GAMEPLAY_MECHANICS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6E6E6"/>
                </a:solidFill>
                <a:latin typeface="맑은 고딕"/>
              </a:defRPr>
            </a:pPr>
            <a:r>
              <a:t>게임플레이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핵심 메커니즘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터미널 인터페이스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CLI 스타일의 명령어 입력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선택 기반 스토리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플레이어의 선택이 결말에 영향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39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07791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정보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7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파일/로그 분석을 통한 단서 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47872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실시간 긴장감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67328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NEXUS의 추적과 시간 제한 요소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3B5C"/>
                </a:solidFill>
                <a:latin typeface="맑은 고딕"/>
              </a:defRPr>
            </a:pPr>
            <a:r>
              <a:t>▸ GC 스캔 시스템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08760"/>
            <a:ext cx="4114800" cy="20116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600200"/>
            <a:ext cx="38404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Garbage Collection Scan</a:t>
            </a:r>
            <a:br/>
            <a:br/>
            <a:r>
              <a:t>NEXUS가 '위험 요소' 판별을 위해 실행하는</a:t>
            </a:r>
            <a:br/>
            <a:r>
              <a:t>핵심 검사 시스템.</a:t>
            </a:r>
            <a:br/>
            <a:br/>
            <a:r>
              <a:t>• 루카스의 데이터를 분석</a:t>
            </a:r>
            <a:br/>
            <a:r>
              <a:t>• '삭제' 또는 '보존' 여부 결정</a:t>
            </a:r>
            <a:br/>
            <a:r>
              <a:t>• 플레이어의 개입으로 결과 조작 가능</a:t>
            </a:r>
            <a:br/>
            <a:r>
              <a:t>• 챕터 4에서 최종 GC 스캔 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600"/>
                </a:solidFill>
                <a:latin typeface="맑은 고딕"/>
              </a:defRPr>
            </a:pPr>
            <a:r>
              <a:t>▸ 미니게임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20116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D600"/>
                </a:solidFill>
                <a:latin typeface="맑은 고딕"/>
              </a:defRPr>
            </a:pPr>
            <a:r>
              <a:t>패턴 인식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C8CA0"/>
                </a:solidFill>
                <a:latin typeface="맑은 고딕"/>
              </a:defRPr>
            </a:pPr>
            <a:r>
              <a:t>데이터 패턴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4434840"/>
            <a:ext cx="20116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44805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D600"/>
                </a:solidFill>
                <a:latin typeface="맑은 고딕"/>
              </a:defRPr>
            </a:pPr>
            <a:r>
              <a:t>해킹 퍼즐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709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C8CA0"/>
                </a:solidFill>
                <a:latin typeface="맑은 고딕"/>
              </a:defRPr>
            </a:pPr>
            <a:r>
              <a:t>방화벽 해제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434840"/>
            <a:ext cx="20116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805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D600"/>
                </a:solidFill>
                <a:latin typeface="맑은 고딕"/>
              </a:defRPr>
            </a:pPr>
            <a:r>
              <a:t>암호 해독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709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C8CA0"/>
                </a:solidFill>
                <a:latin typeface="맑은 고딕"/>
              </a:defRPr>
            </a:pPr>
            <a:r>
              <a:t>메시지 복호화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434840"/>
            <a:ext cx="20116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4805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D600"/>
                </a:solidFill>
                <a:latin typeface="맑은 고딕"/>
              </a:defRPr>
            </a:pPr>
            <a:r>
              <a:t>회피 게임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709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C8CA0"/>
                </a:solidFill>
                <a:latin typeface="맑은 고딕"/>
              </a:defRPr>
            </a:pPr>
            <a:r>
              <a:t>추적 시스템 회피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[05] CHAPTER_CONNECTION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6E6E6"/>
                </a:solidFill>
                <a:latin typeface="맑은 고딕"/>
              </a:defRPr>
            </a:pPr>
            <a:r>
              <a:t>Chapter 5: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C8CA0"/>
                </a:solidFill>
                <a:latin typeface="맑은 고딕"/>
              </a:defRPr>
            </a:pPr>
            <a:r>
              <a:t>Connection - 시작의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840480" cy="201168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6616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• 루카스와 첫 접촉</a:t>
            </a:r>
            <a:br/>
            <a:r>
              <a:t>• 기본 명령어 학습</a:t>
            </a:r>
            <a:br/>
            <a:r>
              <a:t>• 상황 파악 및 정보 수집</a:t>
            </a:r>
            <a:br/>
            <a:r>
              <a:t>• 신뢰 관계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주요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4114800" cy="20116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38404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▹ 터미널 연결 성공</a:t>
            </a:r>
            <a:br/>
            <a:br/>
            <a:r>
              <a:t>▹ 루카스의 첫 메시지</a:t>
            </a:r>
            <a:br/>
            <a:br/>
            <a:r>
              <a:t>▹ NEXUS 감시 경고 발생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82296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F88"/>
                </a:solidFill>
                <a:latin typeface="Consolas"/>
              </a:defRPr>
            </a:pPr>
            <a:r>
              <a:t>$ load_chapter --id=5 --status=ACTIVE</a:t>
            </a:r>
            <a:br/>
            <a:r>
              <a:t>[SYS] Chapter 5 initialized. Awaiting player input...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[06] CHAPTER_ESCAPE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6E6E6"/>
                </a:solidFill>
                <a:latin typeface="맑은 고딕"/>
              </a:defRPr>
            </a:pPr>
            <a:r>
              <a:t>Chapter 6: 탈출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C8CA0"/>
                </a:solidFill>
                <a:latin typeface="맑은 고딕"/>
              </a:defRPr>
            </a:pPr>
            <a:r>
              <a:t>Escape - 경계 너머로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600"/>
                </a:solidFill>
                <a:latin typeface="맑은 고딕"/>
              </a:defRPr>
            </a:pPr>
            <a:r>
              <a:t>▸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840480" cy="201168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6616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• 탈출 경로 탐색</a:t>
            </a:r>
            <a:br/>
            <a:r>
              <a:t>• 방화벽 해제</a:t>
            </a:r>
            <a:br/>
            <a:r>
              <a:t>• 미니게임 클리어</a:t>
            </a:r>
            <a:br/>
            <a:r>
              <a:t>• 시간 제한 내 탈출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600"/>
                </a:solidFill>
                <a:latin typeface="맑은 고딕"/>
              </a:defRPr>
            </a:pPr>
            <a:r>
              <a:t>▸ 주요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4114800" cy="20116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38404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▹ 패턴 인식 미니게임</a:t>
            </a:r>
            <a:br/>
            <a:br/>
            <a:r>
              <a:t>▹ 해킹 퍼즐 진행</a:t>
            </a:r>
            <a:br/>
            <a:br/>
            <a:r>
              <a:t>▹ NEXUS 추적 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82296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F88"/>
                </a:solidFill>
                <a:latin typeface="Consolas"/>
              </a:defRPr>
            </a:pPr>
            <a:r>
              <a:t>$ load_chapter --id=6 --status=ACTIVE</a:t>
            </a:r>
            <a:br/>
            <a:r>
              <a:t>[SYS] Chapter 6 initialized. Awaiting player input...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[07] CHAPTER_DILEMMA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6E6E6"/>
                </a:solidFill>
                <a:latin typeface="맑은 고딕"/>
              </a:defRPr>
            </a:pPr>
            <a:r>
              <a:t>Chapter 7: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C8CA0"/>
                </a:solidFill>
                <a:latin typeface="맑은 고딕"/>
              </a:defRPr>
            </a:pPr>
            <a:r>
              <a:t>Dilemma - 갈림길에서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88"/>
                </a:solidFill>
                <a:latin typeface="맑은 고딕"/>
              </a:defRPr>
            </a:pPr>
            <a:r>
              <a:t>▸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840480" cy="201168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6616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• 중요 선택지 직면</a:t>
            </a:r>
            <a:br/>
            <a:r>
              <a:t>• 루카스의 과거 발견</a:t>
            </a:r>
            <a:br/>
            <a:r>
              <a:t>• 딜레마 해결</a:t>
            </a:r>
            <a:br/>
            <a:r>
              <a:t>• 스토리 분기점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88"/>
                </a:solidFill>
                <a:latin typeface="맑은 고딕"/>
              </a:defRPr>
            </a:pPr>
            <a:r>
              <a:t>▸ 주요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4114800" cy="20116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38404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▹ 루카스 정체에 대한 단서</a:t>
            </a:r>
            <a:br/>
            <a:br/>
            <a:r>
              <a:t>▹ 플레이어에게 주어진 선택</a:t>
            </a:r>
            <a:br/>
            <a:br/>
            <a:r>
              <a:t>▹ 엔딩 분기 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82296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F88"/>
                </a:solidFill>
                <a:latin typeface="Consolas"/>
              </a:defRPr>
            </a:pPr>
            <a:r>
              <a:t>$ load_chapter --id=7 --status=ACTIVE</a:t>
            </a:r>
            <a:br/>
            <a:r>
              <a:t>[SYS] Chapter 7 initialized. Awaiting player input...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3B5C"/>
                </a:solidFill>
                <a:latin typeface="Consolas"/>
              </a:defRPr>
            </a:pPr>
            <a:r>
              <a:t>[08] CHAPTER_TRUTH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6E6E6"/>
                </a:solidFill>
                <a:latin typeface="맑은 고딕"/>
              </a:defRPr>
            </a:pPr>
            <a:r>
              <a:t>Chapter 8: 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C8CA0"/>
                </a:solidFill>
                <a:latin typeface="맑은 고딕"/>
              </a:defRPr>
            </a:pPr>
            <a:r>
              <a:t>Truth - 마지막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3B5C"/>
                </a:solidFill>
                <a:latin typeface="맑은 고딕"/>
              </a:defRPr>
            </a:pPr>
            <a:r>
              <a:t>▸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3840480" cy="201168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6616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• 최종 GC 스캔 대응</a:t>
            </a:r>
            <a:br/>
            <a:r>
              <a:t>• 루카스의 진실 확인</a:t>
            </a:r>
            <a:br/>
            <a:r>
              <a:t>• NEXUS와의 대결</a:t>
            </a:r>
            <a:br/>
            <a:r>
              <a:t>• 엔딩 도달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3B5C"/>
                </a:solidFill>
                <a:latin typeface="맑은 고딕"/>
              </a:defRPr>
            </a:pPr>
            <a:r>
              <a:t>▸ 주요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4114800" cy="201168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38404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▹ 루카스의 정체 공개</a:t>
            </a:r>
            <a:br/>
            <a:br/>
            <a:r>
              <a:t>▹ 최종 GC 스캔 실행</a:t>
            </a:r>
            <a:br/>
            <a:br/>
            <a:r>
              <a:t>▹ 3가지 엔딩 중 하나로 종결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82296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FF88"/>
                </a:solidFill>
                <a:latin typeface="Consolas"/>
              </a:defRPr>
            </a:pPr>
            <a:r>
              <a:t>$ load_chapter --id=8 --status=ACTIVE</a:t>
            </a:r>
            <a:br/>
            <a:r>
              <a:t>[SYS] Chapter 8 initialized. Awaiting player input...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FFFF"/>
                </a:solidFill>
                <a:latin typeface="Consolas"/>
              </a:defRPr>
            </a:pPr>
            <a:r>
              <a:t>[09] FEATURES_AND_SCHEDULE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E6E6E6"/>
                </a:solidFill>
                <a:latin typeface="맑은 고딕"/>
              </a:defRPr>
            </a:pPr>
            <a:r>
              <a:t>게임 특징 &amp; 개발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FFFF"/>
                </a:solidFill>
                <a:latin typeface="맑은 고딕"/>
              </a:defRPr>
            </a:pPr>
            <a:r>
              <a:t>▸ 게임 특징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81912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몰입형 스토리텔링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터미널 UI를 통한 독특한 서사 경험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39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다중 엔딩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41447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플레이어 선택에 따른 3가지 결말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사이버펑크 분위기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81528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2088년 디스토피아 세계관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28999"/>
            <a:ext cx="384048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02151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6E6E6"/>
                </a:solidFill>
                <a:latin typeface="맑은 고딕"/>
              </a:defRPr>
            </a:pPr>
            <a:r>
              <a:t>접근성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21607"/>
            <a:ext cx="3566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웹 기반으로 별도 설치 불필요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600"/>
                </a:solidFill>
                <a:latin typeface="맑은 고딕"/>
              </a:defRPr>
            </a:pPr>
            <a:r>
              <a:t>▸ 개발 일정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08760"/>
            <a:ext cx="4114800" cy="228600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645920"/>
            <a:ext cx="384048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6E6E6"/>
                </a:solidFill>
                <a:latin typeface="맑은 고딕"/>
              </a:defRPr>
            </a:pPr>
            <a:r>
              <a:t>Phase 1: 기획 및 설계</a:t>
            </a:r>
            <a:br/>
            <a:r>
              <a:t>└ 스토리 구체화, UI/UX 설계</a:t>
            </a:r>
            <a:br/>
            <a:br/>
            <a:r>
              <a:t>Phase 2: 핵심 개발</a:t>
            </a:r>
            <a:br/>
            <a:r>
              <a:t>└ 터미널 시스템, 스토리 분기</a:t>
            </a:r>
            <a:br/>
            <a:br/>
            <a:r>
              <a:t>Phase 3: 콘텐츠 제작</a:t>
            </a:r>
            <a:br/>
            <a:r>
              <a:t>└ 챕터별 이벤트, 미니게임</a:t>
            </a:r>
            <a:br/>
            <a:br/>
            <a:r>
              <a:t>Phase 4: 테스트 및 출시</a:t>
            </a:r>
            <a:br/>
            <a:r>
              <a:t>└ QA, 버그 수정, 배포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3B5C"/>
                </a:solidFill>
                <a:latin typeface="맑은 고딕"/>
              </a:defRPr>
            </a:pPr>
            <a:r>
              <a:t>▸ 멀티 엔딩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274320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805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FF88"/>
                </a:solidFill>
                <a:latin typeface="Consolas"/>
              </a:defRPr>
            </a:pPr>
            <a:r>
              <a:t>TRUE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091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루카스의 완전한 해방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434840"/>
            <a:ext cx="274320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44805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D600"/>
                </a:solidFill>
                <a:latin typeface="Consolas"/>
              </a:defRPr>
            </a:pPr>
            <a:r>
              <a:t>NORMAL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091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불완전한 탈출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434840"/>
            <a:ext cx="2743200" cy="548640"/>
          </a:xfrm>
          <a:prstGeom prst="roundRect">
            <a:avLst/>
          </a:prstGeom>
          <a:solidFill>
            <a:srgbClr val="14141E"/>
          </a:solidFill>
          <a:ln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805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3B5C"/>
                </a:solidFill>
                <a:latin typeface="Consolas"/>
              </a:defRPr>
            </a:pPr>
            <a:r>
              <a:t>BAD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70916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C8CA0"/>
                </a:solidFill>
                <a:latin typeface="맑은 고딕"/>
              </a:defRPr>
            </a:pPr>
            <a:r>
              <a:t>NEXUS에 의한 삭제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0FFFF"/>
                </a:solidFill>
                <a:latin typeface="Consolas"/>
              </a:defRPr>
            </a:pPr>
            <a:r>
              <a:t>[SESSION_COMPLETE]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E6E6E6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8C8CA0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4572000" cy="1097280"/>
          </a:xfrm>
          <a:prstGeom prst="round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840480"/>
            <a:ext cx="4206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00FF88"/>
                </a:solidFill>
                <a:latin typeface="Consolas"/>
              </a:defRPr>
            </a:pPr>
            <a:r>
              <a:t>$ echo "Will you find me?"</a:t>
            </a:r>
            <a:br/>
            <a:r>
              <a:t>&gt; 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